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ae6ee1-6a93-459d-901c-bb25a09f21cd.pdf_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ae6ee1-6a93-459d-901c-bb25a09f21cd.pdf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8ae6ee1-6a93-459d-901c-bb25a09f21cd.pdf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51" y="0"/>
            <a:ext cx="485249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
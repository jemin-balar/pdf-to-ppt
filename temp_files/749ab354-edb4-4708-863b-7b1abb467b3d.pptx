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49ab354-edb4-4708-863b-7b1abb467b3d.pdf_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49ab354-edb4-4708-863b-7b1abb467b3d.pdf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49ab354-edb4-4708-863b-7b1abb467b3d.pdf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
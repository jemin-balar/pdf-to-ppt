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8676e-e68d-4468-8a8f-8882067dddc8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8676e-e68d-4468-8a8f-8882067dddc8.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8676e-e68d-4468-8a8f-8882067dddc8.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
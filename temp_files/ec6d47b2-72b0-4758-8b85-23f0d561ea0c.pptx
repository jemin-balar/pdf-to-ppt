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6d47b2-72b0-4758-8b85-23f0d561ea0c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6d47b2-72b0-4758-8b85-23f0d561ea0c.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6d47b2-72b0-4758-8b85-23f0d561ea0c.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
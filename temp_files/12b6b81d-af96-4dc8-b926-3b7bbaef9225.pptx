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b6b81d-af96-4dc8-b926-3b7bbaef9225.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
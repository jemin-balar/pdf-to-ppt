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e33e40f-8469-4e22-b3dd-9495c8ef79d4.pdf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e33e40f-8469-4e22-b3dd-9495c8ef79d4.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e33e40f-8469-4e22-b3dd-9495c8ef79d4.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